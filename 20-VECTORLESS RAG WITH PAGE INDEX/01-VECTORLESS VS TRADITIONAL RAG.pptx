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•  RETRIEVAL ARCHITECTURES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Vectorless RAG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Traditional RAG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each, and why it matters for your AI system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20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•  @krishnaik06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2194560"/>
            <a:ext cx="1463040" cy="1463040"/>
          </a:xfrm>
          <a:prstGeom prst="ellipse">
            <a:avLst/>
          </a:prstGeom>
          <a:solidFill>
            <a:srgbClr val="DC2626">
              <a:alpha val="3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606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058400" y="2194560"/>
            <a:ext cx="1463040" cy="1463040"/>
          </a:xfrm>
          <a:prstGeom prst="ellipse">
            <a:avLst/>
          </a:prstGeom>
          <a:solidFill>
            <a:srgbClr val="059669">
              <a:alpha val="4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6060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— by the end you'll know exactly which to pick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Traditional RAG Works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vector similarity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Vectorless RAG Works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trees, LLM-driven navigation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538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 scale, reasoning, explainability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89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heuristics for real production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57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5276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63040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best systems use both together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Problem RAG Solves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can't just feed everything to an LLM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297180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are limited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1M tokens can't hold a corporate knowledge base.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degrades quality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lose recall in the middle of huge prompts.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expensive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cost money. Less context = lower bills.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463040"/>
            <a:ext cx="5486400" cy="457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relevant context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demand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0" y="3840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stuffing everything into the prompt, fetch only the pieces that matter for THIS query, THEN ask the LLM.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big question: HOW do we retrieve?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RAG: The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vector → similarity search → LLM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5798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2157984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2560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353312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into 200-500 token pieces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71216" y="2286000"/>
            <a:ext cx="215798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2286000"/>
            <a:ext cx="2157984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75888" y="2560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675888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62656" y="3246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08376" y="3657600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chunk to a vector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93792" y="2286000"/>
            <a:ext cx="215798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2286000"/>
            <a:ext cx="2157984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5998464" y="2560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998464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85232" y="3246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30952" y="3657600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 a vector DB (Chroma, FAISS)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16368" y="2286000"/>
            <a:ext cx="215798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2286000"/>
            <a:ext cx="2157984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2560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07808" y="3246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53528" y="3657600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via cosine similarity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38944" y="2286000"/>
            <a:ext cx="215798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38944" y="2286000"/>
            <a:ext cx="2157984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43616" y="2560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43616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30384" y="3246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976104" y="3657600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chunks + query to LLM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15768" y="31546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›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5038344" y="31546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›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360920" y="31546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›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683496" y="31546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›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HDFC Bank's net interest margin?”  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find 3 most similar chunks → LLM answers from those chunks.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RAG: The Real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powerful — but it has known failure modes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45720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docs, millisecond lookups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107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FAISS, Pinecone, Qdrant, Weaviate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123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retrieval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4165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+ ANN search per query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8371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factoids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1297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lookup-style questions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5504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agnostic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58430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text — blogs, tickets, PDFs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82880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1828800"/>
            <a:ext cx="73152" cy="45720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3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4944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697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destroys context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6520" y="2990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defined in Section 3.2..." — meaningless when retrieved alone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46520" y="34107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≠ relevance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46520" y="3703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can match wrong things confidently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46520" y="4123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cross-section reasoning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446520" y="44165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answer “compare risks vs mitigations”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46520" y="48371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explain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44652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chunk picked? Cosine score isn't an answer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46520" y="55504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drift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446520" y="58430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changes = re-embed everything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Vectorless RAG: Reasoning Through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embeddings entirely — let the LLM navigate the document like a human would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66928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INDEX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788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788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-182880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329184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3291840"/>
            <a:ext cx="182880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7947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37947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7947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Financials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4251960"/>
            <a:ext cx="-914400" cy="45720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4251960"/>
            <a:ext cx="0" cy="45720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4251960"/>
            <a:ext cx="914400" cy="45720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470916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4709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470916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4709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470916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709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navigates: root → chapter → section → answer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669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a summary the LLM reads to decide where to go.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LLM navigates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92240" y="27889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tree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3081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doc structure (headings, sections); generate summaries at each node — done once, offline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3502152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35021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root summary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chapter is most likely to contain the answer?”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215384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4215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95160" y="42153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the tree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4507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at each level until reaching a leaf section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492861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95160" y="4928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full section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95160" y="5221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chunking — full context preserved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92240" y="5641848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5641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95160" y="5641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cite path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95160" y="5934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answer AND the navigation path it took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Vectorless RAG: The Real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tradeoffs — better for some workloads, worse for others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45720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document context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stay whole — no broken references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107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reasoning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compare, contrast, synthesize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123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retrieval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4165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navigation path, not a cosine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8371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embedding pipeline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embed/index/refresh complexity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5504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well with structure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58430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contracts, filings, textbooks shine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82880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1828800"/>
            <a:ext cx="73152" cy="45720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3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4944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697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per-query cost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6520" y="2990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calls to traverse the tree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46520" y="34107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46520" y="3703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hundred ms to a few seconds per query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46520" y="4123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to millions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446520" y="44165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tens to thousands of docs, not internet-scale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46520" y="48371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structured docs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446520" y="51297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blog posts? Tree adds little value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46520" y="55504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mature tooling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446520" y="58430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and a few others — ecosystem is young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Side-by-Side: The Honest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dimensions that matter in production systems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Vectorless 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of docs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to thousands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/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 of ms —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✓ (1 embed lookup)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(multiple LLM calls)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score (opaque)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path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Factoid Q&amp;A, mixed corpora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structured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pipeline +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builder, no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maturity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mature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TRADITIONAL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Traditional RAG when…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917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heterogeneous corpora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834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mixed-format docs — blogs, tickets, transcripts, knowledge base articles.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4917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Latency-critical apps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43800" y="2834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search-as-you-type, voice assistants. Every millisecond counts.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6177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8234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663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factoid queries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51663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warranty period?” “Who's the CEO?” The answer lives in one chunk.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416052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6177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48234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663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at scale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43800" y="51663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queries per minute. Embedding lookups are pennies; LLM-tree-walks aren't.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VECTORLESS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Vectorless RAG when…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917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structured documents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834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reports, 10-Ks, legal contracts, regulatory filings, research papers, textbooks.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4917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&gt; similarity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43800" y="2834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risk factors in section 7 to mitigations in section 12.” Pure similarity can't do this.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6177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8234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663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required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51663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audit, legal, financial advisory. Show your work — not just the answer.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4160520"/>
            <a:ext cx="5440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6177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48234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663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destroys meaning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43800" y="51663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like “as defined in §3.2” lose their meaning when retrieved in isolation.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2-Question Decision Heuristic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two questions; the answer picks itself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476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1920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in one localized chunk, or does it require navigating structure?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2788920"/>
            <a:ext cx="-2468880" cy="64008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788920"/>
            <a:ext cx="2468880" cy="64008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493776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520440"/>
            <a:ext cx="4937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•  How many documents?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Millions: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Vector search wins on scale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Hundreds–thousands: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works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Pick based on query type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Tens of long docs: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vectorless better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520440"/>
            <a:ext cx="493776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520440"/>
            <a:ext cx="4937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•  Are docs well-structured?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41148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 (TOC, headings):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 RAG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Tree navigation is reliable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Mixed structure: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Vector to filter, tree to reason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Unstructured: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 Pattern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serious production systems combine both — here's how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27432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filter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narrow millions of docs to top ~10 candidates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0712" y="233172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233172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per doc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93592" y="3611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has a pre-built hierarchical index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2784" y="233172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233172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55664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55664" y="3611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walks the trees of the candidates to find precise sections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34856" y="233172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4856" y="2331720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9317736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17736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17736" y="3611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with full-section context + citation paths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548640" cy="548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0" y="5623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vectors, precision from trees, explainability from navigation paths.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 from this video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8013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= scale + speed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is unbeatable for millions of docs and millisecond lookups.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715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 RAG = reasoning + structure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3081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tree navigation preserves context and explains itself.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630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not competitors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3995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complementary. Pure vector search and pure tree navigation are both extremes.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4544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pick depends on the doc, not the hype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17320" y="4910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structured filings → vectorless. Mixed knowledge base → vector. Big system → hybrid.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40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5458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are going hybrid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17320" y="5824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narrow the search space; trees do the precise reasoning inside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Vectorless RAG vs Traditional RAG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WATCHING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smarter retrieval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the document, not the trend.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3474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2976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96596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@krishnaik06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3931920"/>
            <a:ext cx="3474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42976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GitHub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71500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krishnaik06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21040" y="3931920"/>
            <a:ext cx="3474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42976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6404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46404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krishnaik.in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 •  AI educator  •  Bangalore, India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Vectorless RAG vs Traditional RAG</dc:title>
  <dc:subject>PptxGenJS Presentation</dc:subject>
  <dc:creator>Krish Naik</dc:creator>
  <cp:lastModifiedBy>Krish Naik</cp:lastModifiedBy>
  <cp:revision>1</cp:revision>
  <dcterms:created xsi:type="dcterms:W3CDTF">2026-04-28T16:29:07Z</dcterms:created>
  <dcterms:modified xsi:type="dcterms:W3CDTF">2026-04-28T16:29:07Z</dcterms:modified>
</cp:coreProperties>
</file>